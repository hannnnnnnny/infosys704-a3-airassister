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516a98bce3491c" /><Relationship Type="http://schemas.openxmlformats.org/officeDocument/2006/relationships/extended-properties" Target="/docProps/app.xml" Id="R2c8c914852884f8c" /><Relationship Type="http://schemas.openxmlformats.org/officeDocument/2006/relationships/officeDocument" Target="/ppt/presentation.xml" Id="R1cfd76b72c8042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105a7e14cf40c6"/>
  </p:sldMasterIdLst>
  <p:notesMasterIdLst>
    <p:notesMasterId xmlns:r="http://schemas.openxmlformats.org/officeDocument/2006/relationships" r:id="R1295b7dba52d4795"/>
  </p:notesMasterIdLst>
  <p:sldIdLst>
    <p:sldId xmlns:r="http://schemas.openxmlformats.org/officeDocument/2006/relationships" id="256" r:id="Racac67d597a94dc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903e91f635443e" /><Relationship Type="http://schemas.openxmlformats.org/officeDocument/2006/relationships/slideMaster" Target="/ppt/slideMasters/slideMaster1.xml" Id="R45105a7e14cf40c6" /><Relationship Type="http://schemas.openxmlformats.org/officeDocument/2006/relationships/notesMaster" Target="/ppt/notesMasters/notesMaster1.xml" Id="R1295b7dba52d4795" /><Relationship Type="http://schemas.openxmlformats.org/officeDocument/2006/relationships/presProps" Target="/ppt/presProps.xml" Id="R5c56c09b59a841c3" /><Relationship Type="http://schemas.openxmlformats.org/officeDocument/2006/relationships/viewProps" Target="/ppt/viewProps.xml" Id="R81c5ae33f1b34d9b" /><Relationship Type="http://schemas.openxmlformats.org/officeDocument/2006/relationships/tableStyles" Target="/ppt/tableStyles.xml" Id="Rf18c0997ac3c4566" /><Relationship Type="http://schemas.openxmlformats.org/officeDocument/2006/relationships/slide" Target="/ppt/slides/slide1.xml" Id="Racac67d597a9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911ffd5ac49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2257853b7f408d" /><Relationship Type="http://schemas.openxmlformats.org/officeDocument/2006/relationships/notesMaster" Target="/ppt/notesMasters/notesMaster1.xml" Id="R605389bfe8ba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group contribution is twenty-five percent each. [pause] Thank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Lecturer’s original Groupwork Management Slide.pptx, required at the end of the A3 pitch.</a:t>
            </a:r>
          </a:p>
          <a:p xmlns:a="http://schemas.openxmlformats.org/drawingml/2006/main">
            <a:r>
              <a:t>Names match Group XL workbook row 27. User supplied usernames and confirmed 25% contribution for each member on 2026-10-09. Total contribution: 100%.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c3e72b89e4f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0a278f8e047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e892b8a8b42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78e77f38c46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997fb416d47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6c20b4a1845a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a00dc4caf424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5ce22cd3f45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903380b4b44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15b190f1c4d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892f4f644442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FE7739-9F44-EFE6-C734-3D4975E9C60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868A32B-7D79-E9D1-310B-2329525B20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D1EFF2-BBC1-B1EF-327A-373AEA2A4F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F63F5C-4CA4-98B3-C09B-E10652C487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624563-D3E5-3D60-D118-38170861D3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1306A1-FD63-D87B-089A-C9788FC1C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44C448-B921-F870-FDD0-16FCF149FD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E19816-82E0-8F3E-EE3F-616642A939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E8479D-16D4-E2B5-7BE0-A369863A2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AF34BA-12EE-7437-A108-19783326B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3882FF-312C-0950-8076-A1DB0266F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45E26A-3DC1-4521-A6A1-37A150655D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DBFCC6-5FDC-02AD-2825-B6C5F58BE8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02DDAD-8503-3D60-8F70-69FF185553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A8CF86-1E00-9291-F724-3338C310EF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14B89-EF3D-A332-E6A0-C45792EDD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376696-6626-C97A-5AC6-41BDAB74A3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6F0D55D-2C9E-96D7-639E-10F28AE282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845361-9671-55CE-BB02-8DEF5B75D3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A7B867D-4D89-AB03-9F9D-8D7A7A4CFA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C9FFF7-2350-5153-64C6-9ECE206FB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01262A-FE58-F64A-C9C3-D66B5EB06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FE8ECF-6094-259C-3CF6-24126FBCF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898A11A-67FB-3E66-590D-04528C0AFE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3582282-5FDB-26EE-23A0-721542710F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C754EAA-7FC5-3228-AF3A-A1975849052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53793D7-2F98-C1A7-3272-00C4DBB6E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F2C64B8-B2BC-8DAA-2E8B-B02854F575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5D25F58-0113-6FEF-5217-DFA67E680D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6A1412-5FC1-2E32-5FE3-35B128607A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804C8E1-7406-FDD1-C93C-4C85FA0287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10B7063-4468-22AF-800E-0A572755B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2DCA46B-0B9B-E204-B2E1-BC6539C60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3EA9AF4-6C0E-7B62-7745-D59DC2CEE2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C296A06-67A6-B71A-1C9B-0EE09BF1EB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EF3A831-8F44-2E16-6298-21A65D2954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12DB51-D8A9-BDFC-072D-8FE8D12C8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E46B81-9A00-EBBC-B182-D3369C0EFB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9F10273-6EB2-00DA-2EE0-DDEE33CE9A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4C452E2-FD92-0966-802D-AFEA4B98DD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F2A8A4-4BC0-9EE0-416A-D6DF9586AD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1D8875-BEF9-D7A1-FEED-CBFE02792D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BA590B-8732-B7B8-370D-A2CB43746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EBBD467-9020-7BDF-4EC7-D0FC6AFE496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E85339E-06EE-0E6B-60AE-6865DC2B9B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D04F11-1263-29A4-40B1-09287BC082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825989-E17C-0948-6BE8-643823D1A6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1439A83-2DD6-0280-4649-9F1980492C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8E8CCF-9FF9-E6CB-0996-63BF8B158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5B437F-5F63-DB95-5AA8-2A284BC19A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7BF74F-9C6A-0783-A2E8-6B38250500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5EB3EF-34D8-55E6-2359-AD2956EDA5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64BC32-324B-57FA-E123-8CE5101357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D13141F-82CD-1881-CE0E-96CF515BD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3427E8-7B2F-0874-28BA-CC83A3F609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0E412C-5408-FAD1-015B-8F0C9E23B9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C3830F-EF75-7E96-86FE-4375B9B8DB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B4FC10-C55E-2307-5D36-052BD54504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26fc5b6b50427f" /><Relationship Type="http://schemas.openxmlformats.org/officeDocument/2006/relationships/slideLayout" Target="/ppt/slideLayouts/slideLayout1.xml" Id="R056effbbac274ef3" /><Relationship Type="http://schemas.openxmlformats.org/officeDocument/2006/relationships/slideLayout" Target="/ppt/slideLayouts/slideLayout2.xml" Id="R32006edce4594038" /><Relationship Type="http://schemas.openxmlformats.org/officeDocument/2006/relationships/slideLayout" Target="/ppt/slideLayouts/slideLayout3.xml" Id="Re5ba02e0eea34e13" /><Relationship Type="http://schemas.openxmlformats.org/officeDocument/2006/relationships/slideLayout" Target="/ppt/slideLayouts/slideLayout4.xml" Id="Rb846ae7025e8438f" /><Relationship Type="http://schemas.openxmlformats.org/officeDocument/2006/relationships/slideLayout" Target="/ppt/slideLayouts/slideLayout5.xml" Id="Re667dc61a4764e86" /><Relationship Type="http://schemas.openxmlformats.org/officeDocument/2006/relationships/slideLayout" Target="/ppt/slideLayouts/slideLayout6.xml" Id="R6cb14dd3383d43c3" /><Relationship Type="http://schemas.openxmlformats.org/officeDocument/2006/relationships/slideLayout" Target="/ppt/slideLayouts/slideLayout7.xml" Id="R94e99765facc4453" /><Relationship Type="http://schemas.openxmlformats.org/officeDocument/2006/relationships/slideLayout" Target="/ppt/slideLayouts/slideLayout8.xml" Id="R06ed99d57cd54b47" /><Relationship Type="http://schemas.openxmlformats.org/officeDocument/2006/relationships/slideLayout" Target="/ppt/slideLayouts/slideLayout9.xml" Id="R7767a26baf57468a" /><Relationship Type="http://schemas.openxmlformats.org/officeDocument/2006/relationships/slideLayout" Target="/ppt/slideLayouts/slideLayout10.xml" Id="R7287d436854b4859" /><Relationship Type="http://schemas.openxmlformats.org/officeDocument/2006/relationships/slideLayout" Target="/ppt/slideLayouts/slideLayout11.xml" Id="R9cdd7213851246e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36958B4-AED5-7165-11FB-FBA217F714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4C4675-6BD3-3238-AECB-F27459D9A9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D093C8-62EF-4EC0-DBA0-6450A4C257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1772255-DE30-4E75-8103-9D6FF5680B8A}" type="datetimeFigureOut">
              <a:t>22/09/2025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4BEAA4-980E-F0C6-FD75-0A60C43AE9C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7B39F2-1D7A-2601-AD34-6DD1117CBA3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DDC0D92-299F-46FB-BF81-097331343DA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effbbac274ef3"/>
    <p:sldLayoutId xmlns:r="http://schemas.openxmlformats.org/officeDocument/2006/relationships" id="2147483650" r:id="R32006edce4594038"/>
    <p:sldLayoutId xmlns:r="http://schemas.openxmlformats.org/officeDocument/2006/relationships" id="2147483651" r:id="Re5ba02e0eea34e13"/>
    <p:sldLayoutId xmlns:r="http://schemas.openxmlformats.org/officeDocument/2006/relationships" id="2147483652" r:id="Rb846ae7025e8438f"/>
    <p:sldLayoutId xmlns:r="http://schemas.openxmlformats.org/officeDocument/2006/relationships" id="2147483653" r:id="Re667dc61a4764e86"/>
    <p:sldLayoutId xmlns:r="http://schemas.openxmlformats.org/officeDocument/2006/relationships" id="2147483654" r:id="R6cb14dd3383d43c3"/>
    <p:sldLayoutId xmlns:r="http://schemas.openxmlformats.org/officeDocument/2006/relationships" id="2147483655" r:id="R94e99765facc4453"/>
    <p:sldLayoutId xmlns:r="http://schemas.openxmlformats.org/officeDocument/2006/relationships" id="2147483656" r:id="R06ed99d57cd54b47"/>
    <p:sldLayoutId xmlns:r="http://schemas.openxmlformats.org/officeDocument/2006/relationships" id="2147483657" r:id="R7767a26baf57468a"/>
    <p:sldLayoutId xmlns:r="http://schemas.openxmlformats.org/officeDocument/2006/relationships" id="2147483658" r:id="R7287d436854b4859"/>
    <p:sldLayoutId xmlns:r="http://schemas.openxmlformats.org/officeDocument/2006/relationships" id="2147483659" r:id="R9cdd7213851246e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e56f11be1443a" /><Relationship Type="http://schemas.openxmlformats.org/officeDocument/2006/relationships/notesSlide" Target="/ppt/notesSlides/notesSlide1.xml" Id="Rad7866cd730f40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BBB0C34F-AF2D-46D9-84E5-4B4DCFF87852}"/>
              </a:ext>
            </a:extLst>
          </p:cNvPr>
          <p:cNvGraphicFramePr/>
          <p:nvPr/>
        </p:nvGraphicFramePr>
        <p:xfrm>
          <a:off xmlns:a="http://schemas.openxmlformats.org/drawingml/2006/main" x="91439" y="4093803"/>
          <a:ext xmlns:a="http://schemas.openxmlformats.org/drawingml/2006/main" cx="11978641" cy="1329944"/>
        </p:xfrm>
        <a:graphic xmlns:a="http://schemas.openxmlformats.org/drawingml/2006/main"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941296"/>
                <a:gridCol w="1767272"/>
                <a:gridCol w="1768659"/>
                <a:gridCol w="1768659"/>
                <a:gridCol w="1964096"/>
                <a:gridCol w="1768659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GROUPMEMBER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Yi Han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Xiao Lin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Zhuyi Xia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Zihang Zhang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Total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sz="2000"/>
                        <a:t>UPI: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yhan606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xlin031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zxia461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zahz503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 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sz="2000"/>
                        <a:t>2.  % Contribution: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100%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sz="2000"/>
                        <a:t>3.  Comments: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 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E12994-8201-42BA-0360-7B8B893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" y="758182"/>
            <a:ext cx="11978641" cy="32521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126960" rIns="91440" bIns="45720" anchor="ctr">
            <a:spAutoFit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rPr>
              <a:t>We take equal contribution in groupwork seriously, and marks may be deducted where there is a significant inequality in the team’s contribution. In the following table, state each group member’s contribution* to this assignment. You may also include any comments to support the % contribution indicated on the table.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*No contribution to the deliverable may result in a deduction of marks in the group assignment.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1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Criteria explanation: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sz="2000" b="1">
                <a:latin typeface="+mn-lt"/>
                <a:ea typeface="+mn-lt"/>
                <a:cs typeface="+mn-lt"/>
              </a:rPr>
              <a:t>1. </a:t>
            </a:r>
            <a:r>
              <a:rPr sz="2000" b="1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UPI:</a:t>
            </a:r>
            <a:r>
              <a:rPr sz="20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Enter Team Member’s UPI.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sz="2000" b="1">
                <a:latin typeface="+mn-lt"/>
                <a:ea typeface="+mn-lt"/>
                <a:cs typeface="+mn-lt"/>
              </a:rPr>
              <a:t>2. </a:t>
            </a:r>
            <a:r>
              <a:rPr sz="2000" b="1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% Contribution: </a:t>
            </a:r>
            <a:r>
              <a:rPr sz="20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Enter a % of contribution for each member that should add up to 100% for the team.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rPr>
              <a:t>3. Comments (optional):</a:t>
            </a:r>
            <a:r>
              <a:rPr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rPr>
              <a:t> Add a comment if needed to support your indication of the % contribution. 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78D3CC-ED1C-E489-27B9-2AE7EB9E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" y="214337"/>
            <a:ext cx="11978641" cy="4616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bg1"/>
                </a:solidFill>
              </a:rPr>
              <a:t>GROUPWORK MANAGEMENT DISCLAIMER</a:t>
            </a:r>
            <a:endParaRPr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7616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2026-10-08T23:50:18.1570000Z</dcterms:created>
  <dcterms:modified xsi:type="dcterms:W3CDTF">2026-10-08T23:50:18.1570000Z</dcterms:modified>
</coreProperties>
</file>